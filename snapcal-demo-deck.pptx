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5047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B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SnapCal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FridgeScan  +  Cal AI   ·   Built for India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99032"/>
            <a:ext cx="5047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TODAY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5047488" cy="822960"/>
          </a:xfrm>
          <a:prstGeom prst="roundRect">
            <a:avLst>
              <a:gd name="adj" fmla="val 11111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FC8019">
              <a:alpha val="22000"/>
            </a:srgbClr>
          </a:solidFill>
          <a:ln w="12700">
            <a:solidFill>
              <a:srgbClr val="FC801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653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77393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FridgeScan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2075688"/>
            <a:ext cx="433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fridge → AI detects ingredients → 3 Indian recipes ranked by fewest missing items → Swiggy Instamart auto-cart in one tap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2615184"/>
            <a:ext cx="5047488" cy="822960"/>
          </a:xfrm>
          <a:prstGeom prst="roundRect">
            <a:avLst>
              <a:gd name="adj" fmla="val 11111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" y="2779776"/>
            <a:ext cx="310896" cy="310896"/>
          </a:xfrm>
          <a:prstGeom prst="ellipse">
            <a:avLst/>
          </a:prstGeom>
          <a:solidFill>
            <a:srgbClr val="006590">
              <a:alpha val="22000"/>
            </a:srgbClr>
          </a:solidFill>
          <a:ln w="12700">
            <a:solidFill>
              <a:srgbClr val="00659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8163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72491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Snap  (Cal AI)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51560" y="3026664"/>
            <a:ext cx="433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any meal → vision AI identifies the dish + serving size → India-accurate calories &amp; macros. Poha, dal makhani, biryani — not Western-biased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3566160"/>
            <a:ext cx="5047488" cy="822960"/>
          </a:xfrm>
          <a:prstGeom prst="roundRect">
            <a:avLst>
              <a:gd name="adj" fmla="val 11111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" y="3730752"/>
            <a:ext cx="310896" cy="310896"/>
          </a:xfrm>
          <a:prstGeom prst="ellipse">
            <a:avLst/>
          </a:prstGeom>
          <a:solidFill>
            <a:srgbClr val="1A7A38">
              <a:alpha val="22000"/>
            </a:srgbClr>
          </a:solidFill>
          <a:ln w="12700">
            <a:solidFill>
              <a:srgbClr val="1A7A3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7673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367588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Dashboard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51560" y="3977640"/>
            <a:ext cx="4334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calorie ring + protein / carbs / fat rings. Auto-populated from every scan. Zero manual entry, ever.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4663440"/>
            <a:ext cx="2048256" cy="237744"/>
          </a:xfrm>
          <a:prstGeom prst="roundRect">
            <a:avLst>
              <a:gd name="adj" fmla="val 50000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85216" y="4681728"/>
            <a:ext cx="201168" cy="201168"/>
          </a:xfrm>
          <a:prstGeom prst="ellipse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85216" y="4681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32104" y="467258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SWIGGY</a:t>
            </a:r>
            <a:endParaRPr lang="en-US" sz="750" dirty="0"/>
          </a:p>
        </p:txBody>
      </p:sp>
      <p:pic>
        <p:nvPicPr>
          <p:cNvPr id="24" name="Image 3" descr="/sessions/beautiful-kind-cannon/mnt/snapcal/stitch_snapcal_mobile_ui_design/fridge_scan_result/sc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658368"/>
            <a:ext cx="1005840" cy="2276856"/>
          </a:xfrm>
          <a:prstGeom prst="rect">
            <a:avLst/>
          </a:prstGeom>
        </p:spPr>
      </p:pic>
      <p:pic>
        <p:nvPicPr>
          <p:cNvPr id="25" name="Image 4" descr="/sessions/beautiful-kind-cannon/mnt/snapcal/stitch_snapcal_mobile_ui_design/meal_result/sc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658368"/>
            <a:ext cx="1005840" cy="2276856"/>
          </a:xfrm>
          <a:prstGeom prst="rect">
            <a:avLst/>
          </a:prstGeom>
        </p:spPr>
      </p:pic>
      <p:pic>
        <p:nvPicPr>
          <p:cNvPr id="26" name="Image 5" descr="/sessions/beautiful-kind-cannon/mnt/snapcal/stitch_snapcal_mobile_ui_design/today_dashboard/sc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658368"/>
            <a:ext cx="1005840" cy="22768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008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FridgeScan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6629400" y="3008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Snap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726680" y="3008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553212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modes  ·  1 camera  ·  0 manual entry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5532120" y="46634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 Swiggy Builders Club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Swiggy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7680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MCP servers. Each powers a core feature that's structurally impossible without Swiggy.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3995928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C1B0"/>
            </a:solidFill>
            <a:prstDash val="solid"/>
          </a:ln>
          <a:effectLst>
            <a:outerShdw sx="100000" sy="100000" kx="0" ky="0" algn="bl" rotWithShape="0" blurRad="127000" dist="25400" dir="8100000">
              <a:srgbClr val="241912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90872" y="1152144"/>
            <a:ext cx="3995928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C1B0"/>
            </a:solidFill>
            <a:prstDash val="solid"/>
          </a:ln>
          <a:effectLst>
            <a:outerShdw sx="100000" sy="100000" kx="0" ky="0" algn="bl" rotWithShape="0" blurRad="127000" dist="25400" dir="8100000">
              <a:srgbClr val="241912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52144"/>
            <a:ext cx="3995928" cy="475488"/>
          </a:xfrm>
          <a:prstGeom prst="rect">
            <a:avLst/>
          </a:prstGeom>
          <a:solidFill>
            <a:srgbClr val="FC8019"/>
          </a:solidFill>
          <a:ln w="12700">
            <a:solidFill>
              <a:srgbClr val="FC801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4358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52144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Instamart MCP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1728216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 ·  FRIDGESCAN  →  ORDER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21792" y="1993392"/>
            <a:ext cx="3666744" cy="201168"/>
          </a:xfrm>
          <a:prstGeom prst="rect">
            <a:avLst/>
          </a:prstGeom>
          <a:solidFill>
            <a:srgbClr val="FFF1EA"/>
          </a:solidFill>
          <a:ln w="12700">
            <a:solidFill>
              <a:srgbClr val="DEC1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2002536"/>
            <a:ext cx="3593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search_products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" y="2221992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real purchasable SKUs for each missing ingredient near the user's address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1792" y="2578608"/>
            <a:ext cx="3666744" cy="201168"/>
          </a:xfrm>
          <a:prstGeom prst="rect">
            <a:avLst/>
          </a:prstGeom>
          <a:solidFill>
            <a:srgbClr val="FFF1EA"/>
          </a:solidFill>
          <a:ln w="12700">
            <a:solidFill>
              <a:srgbClr val="DEC1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" y="2587752"/>
            <a:ext cx="3593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your_go_to_items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" y="2807208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brand choices from the user's actual Swiggy purchase history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21792" y="3163824"/>
            <a:ext cx="3666744" cy="201168"/>
          </a:xfrm>
          <a:prstGeom prst="rect">
            <a:avLst/>
          </a:prstGeom>
          <a:solidFill>
            <a:srgbClr val="FFF1EA"/>
          </a:solidFill>
          <a:ln w="12700">
            <a:solidFill>
              <a:srgbClr val="DEC1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" y="3172968"/>
            <a:ext cx="3593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update_cart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" y="339242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native Instamart cart with live ₹ prices and 10-min delivery ETA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1792" y="3749040"/>
            <a:ext cx="3666744" cy="201168"/>
          </a:xfrm>
          <a:prstGeom prst="rect">
            <a:avLst/>
          </a:prstGeom>
          <a:solidFill>
            <a:srgbClr val="FFF1EA"/>
          </a:solidFill>
          <a:ln w="12700">
            <a:solidFill>
              <a:srgbClr val="DEC1B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3758184"/>
            <a:ext cx="3593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1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" y="3977640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order via Swiggy's logistics. SnapCal never touches money or routing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21792" y="4389120"/>
            <a:ext cx="3666744" cy="475488"/>
          </a:xfrm>
          <a:prstGeom prst="rect">
            <a:avLst/>
          </a:prstGeom>
          <a:solidFill>
            <a:srgbClr val="FFEADF"/>
          </a:solidFill>
          <a:ln w="12700">
            <a:solidFill>
              <a:srgbClr val="FAE4D8"/>
            </a:solidFill>
            <a:prstDash val="solid"/>
          </a:ln>
          <a:effectLst>
            <a:outerShdw sx="100000" sy="100000" kx="0" ky="0" algn="bl" rotWithShape="0" blurRad="127000" dist="25400" dir="8100000">
              <a:srgbClr val="241912">
                <a:alpha val="5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462272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32688" y="4453128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8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Instamart?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676656" y="4672584"/>
            <a:ext cx="35935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10-min grocery service at this scale across 131 Indian cities — with personalised purchase history.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690872" y="1152144"/>
            <a:ext cx="3995928" cy="475488"/>
          </a:xfrm>
          <a:prstGeom prst="rect">
            <a:avLst/>
          </a:prstGeom>
          <a:solidFill>
            <a:srgbClr val="006590"/>
          </a:solidFill>
          <a:ln w="12700">
            <a:solidFill>
              <a:srgbClr val="00659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243584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239512" y="1152144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MCP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855464" y="1728216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06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 ·  MEAL SNAP  →  NUTRITION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4855464" y="1993392"/>
            <a:ext cx="3666744" cy="201168"/>
          </a:xfrm>
          <a:prstGeom prst="rect">
            <a:avLst/>
          </a:prstGeom>
          <a:solidFill>
            <a:srgbClr val="C8E6FF"/>
          </a:solidFill>
          <a:ln w="12700">
            <a:solidFill>
              <a:srgbClr val="87CE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910328" y="2002536"/>
            <a:ext cx="3593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4855464" y="2221992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if a snapped meal came from Swiggy — link the photo to the exact delivery order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855464" y="2578608"/>
            <a:ext cx="3666744" cy="201168"/>
          </a:xfrm>
          <a:prstGeom prst="rect">
            <a:avLst/>
          </a:prstGeom>
          <a:solidFill>
            <a:srgbClr val="C8E6FF"/>
          </a:solidFill>
          <a:ln w="12700">
            <a:solidFill>
              <a:srgbClr val="87CEF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910328" y="2587752"/>
            <a:ext cx="35935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search_menu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4855464" y="2807208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menu item + nutrition data from the exact restaurant on Swiggy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4855464" y="3236976"/>
            <a:ext cx="3666744" cy="1627632"/>
          </a:xfrm>
          <a:prstGeom prst="rect">
            <a:avLst/>
          </a:prstGeom>
          <a:solidFill>
            <a:srgbClr val="FFEADF"/>
          </a:solidFill>
          <a:ln w="12700">
            <a:solidFill>
              <a:srgbClr val="FAE4D8"/>
            </a:solidFill>
            <a:prstDash val="solid"/>
          </a:ln>
          <a:effectLst>
            <a:outerShdw sx="100000" sy="100000" kx="0" ky="0" algn="bl" rotWithShape="0" blurRad="127000" dist="25400" dir="8100000">
              <a:srgbClr val="241912">
                <a:alpha val="5000"/>
              </a:srgbClr>
            </a:outerShdw>
          </a:effectLst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328416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66360" y="3310128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novel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910328" y="3602736"/>
            <a:ext cx="35570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nutrition app to ground Indian dish estimates in real Swiggy restaurant menu data — instead of generic Western databases like Cal AI or MyFitnessPal.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74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standout API use case we're applying with. No other database has the breadth of Indian restaurant menu data that Swiggy does.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Builders Club  ·  mcp.swiggy.com/builders  ·  builders@swiggy.in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0" kern="0" dirty="0">
                <a:solidFill>
                  <a:srgbClr val="8B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stop shop for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food.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it. Maintain it. Gain it. Cook it. Order it. Track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2996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2157984"/>
            <a:ext cx="274320" cy="274320"/>
          </a:xfrm>
          <a:prstGeom prst="ellipse">
            <a:avLst/>
          </a:prstGeom>
          <a:solidFill>
            <a:srgbClr val="FC8019">
              <a:alpha val="22000"/>
            </a:srgbClr>
          </a:solidFill>
          <a:ln w="12700">
            <a:solidFill>
              <a:srgbClr val="FC801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218541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148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Smart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" y="247802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fridge → Indian recipes → Instamart auto-orders missing ingredients. 10-min delivery across 131 Indian cities.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45536" y="202996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2157984"/>
            <a:ext cx="274320" cy="274320"/>
          </a:xfrm>
          <a:prstGeom prst="ellipse">
            <a:avLst/>
          </a:prstGeom>
          <a:solidFill>
            <a:srgbClr val="FC8019">
              <a:alpha val="22000"/>
            </a:srgbClr>
          </a:solidFill>
          <a:ln w="12700">
            <a:solidFill>
              <a:srgbClr val="FC801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18541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21024" y="2148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Everything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73552" y="247802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Home-cooked or Swiggy delivery — snap it and get India-accurate nutrition instantly. Zero manual entry.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925312" y="202996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44184" y="2157984"/>
            <a:ext cx="274320" cy="274320"/>
          </a:xfrm>
          <a:prstGeom prst="ellipse">
            <a:avLst/>
          </a:prstGeom>
          <a:solidFill>
            <a:srgbClr val="FC8019">
              <a:alpha val="22000"/>
            </a:srgbClr>
          </a:solidFill>
          <a:ln w="12700">
            <a:solidFill>
              <a:srgbClr val="FC801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18541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148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What's Missing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053328" y="2478024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order the exact ingredient you're short of. Only Instamart has this depth across India.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65760" y="3364992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4632" y="3493008"/>
            <a:ext cx="274320" cy="274320"/>
          </a:xfrm>
          <a:prstGeom prst="ellipse">
            <a:avLst/>
          </a:prstGeom>
          <a:solidFill>
            <a:srgbClr val="006590">
              <a:alpha val="22000"/>
            </a:srgbClr>
          </a:solidFill>
          <a:ln w="12700">
            <a:solidFill>
              <a:srgbClr val="00659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52044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34838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Takeout Calories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93776" y="3813048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MCP auto-pulls your delivery orders. Takeout calories logged without lifting a finger.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145536" y="3364992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64408" y="3493008"/>
            <a:ext cx="274320" cy="274320"/>
          </a:xfrm>
          <a:prstGeom prst="ellipse">
            <a:avLst/>
          </a:prstGeom>
          <a:solidFill>
            <a:srgbClr val="1A7A38">
              <a:alpha val="22000"/>
            </a:srgbClr>
          </a:solidFill>
          <a:ln w="12700">
            <a:solidFill>
              <a:srgbClr val="1A7A3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52044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21024" y="34838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Your Goals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273552" y="3813048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Lose, maintain, or gain — one calorie intelligence layer across cooking, ordering, and logging.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5925312" y="3364992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251A0F"/>
          </a:solidFill>
          <a:ln w="12700">
            <a:solidFill>
              <a:srgbClr val="3D2C1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044184" y="3493008"/>
            <a:ext cx="274320" cy="274320"/>
          </a:xfrm>
          <a:prstGeom prst="ellipse">
            <a:avLst/>
          </a:prstGeom>
          <a:solidFill>
            <a:srgbClr val="8B7264">
              <a:alpha val="22000"/>
            </a:srgbClr>
          </a:solidFill>
          <a:ln w="12700">
            <a:solidFill>
              <a:srgbClr val="8B726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3520440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00800" y="34838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053328" y="3813048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A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profiles · dietary filters · voice mode · weekly history · AI insights · Dineout integration.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snapcal.app  ·  Built by Oltaflock  ·  Powered by Swiggy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SnapCal — Demo Deck</dc:title>
  <dc:subject>PptxGenJS Presentation</dc:subject>
  <dc:creator>Oltaflock</dc:creator>
  <cp:lastModifiedBy>Oltaflock</cp:lastModifiedBy>
  <cp:revision>1</cp:revision>
  <dcterms:created xsi:type="dcterms:W3CDTF">2026-05-22T00:17:37Z</dcterms:created>
  <dcterms:modified xsi:type="dcterms:W3CDTF">2026-05-22T00:17:37Z</dcterms:modified>
</cp:coreProperties>
</file>